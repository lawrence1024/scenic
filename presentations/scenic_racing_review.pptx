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tree/cosim/src/scenic/domains/raci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model.scenic#L125-L196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tree/cosim/examples/racin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examples/racing/f_shared/F4_fellow_ahead_sudden_stop.scenic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examples/racing/f_shared/F9_fellow_stationary_roadside_obstacle.scenic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examples/racing/falsifiable/S1_falsify.scenic#L4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model.scenic#L125-L196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model.scenic#L125-L196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model.scenic#L164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segments/tracks.py#L807-L852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segments/track_regions.py#L275-L352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modeldesk/placement.py#L26-L58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behaviors.scenic#L310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behaviors.scenic#L554-L2840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mpc/reference_builder.py#L14-L200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behaviors.scenic#L554-L2840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tactical_planner.py#L350-L430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tactical_planner.py#L330-L396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assessment/pass_geometry.py#L194-L240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fellow/commands.py#L688-L700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benchmarks/verifai_runner.py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benchmarks/verifai_runner.py#L352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benchmarks/monitors.py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tree/cosim/src/scenic/domains/racing/benchmarks/results/verifai_20260428_052048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tactical_planner.py#L350-L430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examples/racing/falsifiable/S1_falsify.scenic#L55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simulator.py#L82-L147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simulator.py#L82-L147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simulator.py#L237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simulator.py#L544-L686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modeldesk/placement.py#L409-L428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modeldesk/placement.py#L26-L58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simulators/dspace/modeldesk/placement.py#L26-L58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tactical_planner.py#L330-L39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awrence1024/Scenic/blob/cosim/src/scenic/domains/racing/tactical_planner.py#L330-L396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Racing on Scenic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A Domain Built On Top of Driving</a:t>
            </a:r>
          </a:p>
          <a:p>
            <a:pPr algn="ctr"/>
            <a:r>
              <a:rPr sz="1600" b="0" i="0">
                <a:solidFill>
                  <a:srgbClr val="808080"/>
                </a:solidFill>
                <a:latin typeface="Calibri"/>
              </a:rPr>
              <a:t>By: Lawrence Shieh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 / 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Racing on Scenic: A Domain Built On Top of Driving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Lawrence Shieh (5th Year MS Student)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Presentation Focus: Scenic's class / region / behavior model carried us through ~67 mph racing -- with two specific gaps we'll itemize at the end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3-topic roadmap: scenarios -&gt; racing library -&gt; dSPACE bridge -&gt; feedback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Code-tour interleaved -- code anchors are clickable; open the repo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1371600"/>
            <a:ext cx="329184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400" b="1" i="0">
                <a:solidFill>
                  <a:srgbClr val="808080"/>
                </a:solidFill>
                <a:latin typeface="Calibri"/>
              </a:rPr>
              <a:t>VIDEO PLACEHOLDER</a:t>
            </a:r>
          </a:p>
          <a:p>
            <a:pPr algn="ctr">
              <a:spcBef>
                <a:spcPts val="800"/>
              </a:spcBef>
            </a:pPr>
            <a:r>
              <a:rPr sz="1300" b="0" i="1">
                <a:solidFill>
                  <a:srgbClr val="202020"/>
                </a:solidFill>
                <a:latin typeface="Calibri"/>
              </a:rPr>
              <a:t>8s loop of IAC car on F-bank as visual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  (root)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Why Racing Stresses Scenic Differently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Closing speeds ~67 mph (30 m/s) vs. urban driving's ~22 mph (10 m/s)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Oval / road-course geometry, not grid lanes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Competitive intent (overtake, block) needs strategy, not just maneuvers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Falsification has hard real-time cost (dSPACE wall-clock)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src/scenic/domains/racing/model.scenic:125-196  (RacingCar delta)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Open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Roadmap &amp; Today's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Topic 1: scenario banks -- F-bank (regression) + falsifiable (exploration)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Topic 2: racing library internals -- geometry, behaviors, MPC, planner, falsifier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Topic 3: dSPACE bridge -- light architectural sketch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Closing: two concrete asks with API sketches and implementation paths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Time: ~30 min slides + ~25 min live code + ~5 min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Scenarios -- two banks, one shared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1: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Two Scenario Banks, One Shared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F-bank -- regression suite, 13 scenarios (F0-F12), hardcoded positions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Falsifiable -- one .scenic file (S1_falsify), distribution-driven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Same .scenic file shape across both; only the parameter type differs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F-bank locks specific failure modes; falsifiable explores parameter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examples/racing/  (browse f_shared/ and falsifiable/)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1: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F-Bank Walk: F0-F5 (Solo and Reactive Fellows)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F0  ego-only baseline (no fellow)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F1  fellow behind, no interaction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F2  ahead, slower -- the overtake setup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F3L / F3R  side-blocked (left or right TTL)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F4  sudden stop -- SuddenStopInterval behavior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F5  swerve -- SwerveOutOfControl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1371600"/>
            <a:ext cx="329184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400" b="1" i="0">
                <a:solidFill>
                  <a:srgbClr val="808080"/>
                </a:solidFill>
                <a:latin typeface="Calibri"/>
              </a:rPr>
              <a:t>VIDEO PLACEHOLDER</a:t>
            </a:r>
          </a:p>
          <a:p>
            <a:pPr algn="ctr">
              <a:spcBef>
                <a:spcPts val="800"/>
              </a:spcBef>
            </a:pPr>
            <a:r>
              <a:rPr sz="1300" b="0" i="1">
                <a:solidFill>
                  <a:srgbClr val="202020"/>
                </a:solidFill>
                <a:latin typeface="Calibri"/>
              </a:rPr>
              <a:t>dSPACE viewer F4 emergency-brake event, ~20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examples/racing/f_shared/F4_fellow_ahead_sudden_stop.scenic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1: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F-Bank Walk: F6-F12 (Geometric and Strategic)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F6 / F7  strict left / right occupied (passing-side forced)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F8  corner + ahead -- by-design conservatism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F9  stationary roadside obstacle (speed=0 given to fellow behavior)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F10 / F11 / F12  corner-entry variants (left/right/stop)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Each scenario regresses against a specific failure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1371600"/>
            <a:ext cx="329184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400" b="1" i="0">
                <a:solidFill>
                  <a:srgbClr val="808080"/>
                </a:solidFill>
                <a:latin typeface="Calibri"/>
              </a:rPr>
              <a:t>VIDEO PLACEHOLDER</a:t>
            </a:r>
          </a:p>
          <a:p>
            <a:pPr algn="ctr">
              <a:spcBef>
                <a:spcPts val="800"/>
              </a:spcBef>
            </a:pPr>
            <a:r>
              <a:rPr sz="1300" b="0" i="1">
                <a:solidFill>
                  <a:srgbClr val="202020"/>
                </a:solidFill>
                <a:latin typeface="Calibri"/>
              </a:rPr>
              <a:t>F9 stationary obstacle clip showing ego cruising past with speed=0 fellow, ~20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examples/racing/f_shared/F9_fellow_stationary_roadside_obstacle.scenic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1: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Falsifiable Bank: S1_falsify.scenic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One file: examples/racing/falsifiable/S1_falsify.scenic (~50 LOC)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Key line: gap_m = VerifaiRange(20, 60)  -- the only special syntax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Everything else is plain Scenic (model, ego, opponent, behaviors)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Sampler chosen at runner-time: --sampler {halton, ce, bo, random}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Halton -&gt; uniform coverage; CE -&gt; active falsification (we'll see CE results in Topic 2c)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examples/racing/falsifiable/S1_falsify.scenic:41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1: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Topic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Geometry -- RacingCar, RacingTrack, regions, TTL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2a: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Inheritance Chain: Vehicle -&gt; Car -&gt; RacingCar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Vehicle  driving/model.scenic:268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Car      driving/model.scenic:298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RacingCar  racing/model.scenic:125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RacingCar adds: raceNumber, IAC dims (1.93 x 4.88 m / 76 x 192 in), maxSpeed=~67 mph, ttlFolder, ttlFileName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Total delta: ~70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src/scenic/domains/racing/model.scenic:125-196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2a: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What RacingCar Adds: Field-by-Field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Identity: raceNumber, team, carType  -- needed by dSPACE traffic + eval logs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Geometry: width=1.93 m, length=4.88 m  -- IAC Dallara AV-24; drives the OBB collision check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Performance envelope: maxSpeed=~67 mph, accel=8 m/s^2, braking=-12 m/s^2  -- feeds planner + MPC speed cap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State (aspirational): fuelLevel, tireWear  -- extension points for endurance scenarios; not used today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Controller knobs: waypointTolerance=2.5 m, controllerAggressiveness=0.5  -- MPC tuning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TTL routing: ttlFolder, ttlFileName  -- per-vehicle racing-line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src/scenic/domains/racing/model.scenic:125-196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2a: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Default Position Trick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position: new Point on ttlRegion(self.ttlFileName)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Self-referential default: depends on this car's ttlFileName property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Composes with inherited parentOrientation = (roadDirection at position) + roadDeviation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Result: `new RacingCar` with no specifiers = track-aligned car at a valid TTL position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Explicit specifiers (`new RacingCar on mainTrack`) still override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src/scenic/domains/racing/model.scenic:164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2a: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RacingTrack: Wrapping Scenic's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Scenic's driving domain provides Network -- parsed from XODR (OpenDRIVE)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Network gives us roads, lanes, intersections, centerlines, lane edges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RacingTrack (segments/tracks.py) is a Python class that wraps that Network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It identifies main-loop roads vs. pit-lane roads via topology + name patterns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Exposes: track.network, track._mainRacingRoads, track._pitRoads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src/scenic/domains/racing/segments/tracks.py:807-852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2a: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Region Composition: mainTrack, pitTrack, ttlRegion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mainTrack, pitTrack -- buffered polygons around road centerlines (XODR-native)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ttlRegion(file) -- buffered polygon around a TTL CSV centerline (per-line)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Ego placement: explicit `on mainTrack` OR per-vehicle default `on ttlRegion(self.ttlFileName)`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TTL CSV format: x, y, z columns (3D centerline waypoints)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Multiple TTLs per track: optimal, left, right, pit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src/scenic/domains/racing/segments/track_regions.py:275-352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C45500"/>
                </a:solidFill>
                <a:latin typeface="Calibri"/>
              </a:rPr>
              <a:t>Missing from Scenic: no first-class Frenet/RD region.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2a: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Frenet Gap (Foreshadow)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Every racing scenario reasons in (s, t) coordinates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Scenic gives us (x, y) regions; conversion is per-simulator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We built a parallel RD frame in Python (~30 LOC, dSPACE-only)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Surface today: dSPACE specifier `_racing_st_offset` (Topic 3)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Proposal at close: Scenic core could absorb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src/scenic/simulators/dspace/modeldesk/placement.py:26-58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2a: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Topic 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Behaviors + MPC -- the star behavior, planner, FSM,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Star Behavior: FollowRacingLineMPCBehavior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Defined at behaviors.scenic:310 (signature with ~13 kwargs)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Main loop spans lines 554-2840 (yes, ~2300 lines)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Called from every ego scenario in F-bank and falsifiable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Composes with `try-interrupt` for events (collisions, mode switches)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src/scenic/domains/racing/behaviors.scenic:310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8-Phase Tick (Survey)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1. State read (sim/dSPACE readback)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2. Waypoint progress (advance index on current TTL -&gt; gives ego arc-length `s`)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3. Tactical planner (uses `s`; picks TTL + speed cap)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4. MPC reference build (sample chosen-TTL waypoints over horizon)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5. Lateral MPC -&gt; steering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6. Longitudinal MPC -&gt; throttle / brake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7. Gear logic (rule-based, post-MPC)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8. Safety gates -&gt; action emit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src/scenic/domains/racing/behaviors.scenic:554-2840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Lateral MPC (Deep Into Params)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State: [e_y, e_psi, delta, s]  (cross-track err, heading err, steer, progress)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Control: steering rate (rad/s)  -- integrated to delta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Solver: OSQP (sparse QP); ~5-10 ms per tick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Horizon: 35 steps x 0.05 s = 1.75 s  (the LOCAL tracking horizon)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Reference: TTL spline -&gt; (x_ref, y_ref, psi_ref, kappa_ref) per horizon step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Cost: contouring (e_y, e_psi) + smoothness (delta_rate^2) + progress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src/scenic/domains/racing/mpc/reference_builder.py:14-200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Longitudinal MPC + Gear Logic (Deep Into Params)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State: [v, a]  -- velocity, acceleration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Control: [throttle, brake]  in [0, 1]^2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Same 1.75 s horizon as lateral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v_target from TTL line (curvature-aware speed cap: v_max = sqrt(a_y_max / kappa))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Coupling: longitudinal v feeds lateral kappa lookup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Gear logic: rule-based AFTER MPC (proactive downshift before high-curvature)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src/scenic/domains/racing/behaviors.scenic:554-2840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Tactical Planner: The Strategic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Picks one of 4 strategies: stay_optimal, follow_fellow, pass_left, pass_right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Trajectory prediction: fellow over 10 s horizon (constant-velocity model)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Strategy simulator: rolls out each candidate; ranks by progress + min-clearance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Output: planner mode + chosen TTL + speed cap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Then hands the chosen mode to the executor state machine (next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src/scenic/domains/racing/tactical_planner.py:350-430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Executor State Machine -- Hand-Rolled FSM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5 logical states (COMMIT/HOLD have L/R variants -&gt; 7 constants)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Initial: FREE_RUN; no terminal state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Storage: `TacticalPlannerState.mode: str = FREE_RUN`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Transitions: chained `if state.mode == X` branches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Entry actions: inlined Python beside each `state.mode = X`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Output: (mode, ttl, speed_cap, decision_reason) per 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106424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808080"/>
                </a:solidFill>
                <a:latin typeface="Calibri"/>
              </a:rPr>
              <a:t>Planner state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41180" y="1485900"/>
            <a:ext cx="1417320" cy="411480"/>
          </a:xfrm>
          <a:prstGeom prst="roundRect">
            <a:avLst/>
          </a:prstGeom>
          <a:solidFill>
            <a:srgbClr val="E5EDFA"/>
          </a:solidFill>
          <a:ln w="12700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FREE_RUN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41180" y="2308860"/>
            <a:ext cx="1417320" cy="411480"/>
          </a:xfrm>
          <a:prstGeom prst="roundRect">
            <a:avLst/>
          </a:prstGeom>
          <a:solidFill>
            <a:srgbClr val="E5EDFA"/>
          </a:solidFill>
          <a:ln w="12700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FOLLOW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81060" y="3314700"/>
            <a:ext cx="1417320" cy="411480"/>
          </a:xfrm>
          <a:prstGeom prst="roundRect">
            <a:avLst/>
          </a:prstGeom>
          <a:solidFill>
            <a:srgbClr val="E5EDFA"/>
          </a:solidFill>
          <a:ln w="12700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COMMIT_PASS  L/R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01300" y="3314700"/>
            <a:ext cx="1417320" cy="411480"/>
          </a:xfrm>
          <a:prstGeom prst="roundRect">
            <a:avLst/>
          </a:prstGeom>
          <a:solidFill>
            <a:srgbClr val="E5EDFA"/>
          </a:solidFill>
          <a:ln w="12700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ABORT_PASS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81060" y="4320540"/>
            <a:ext cx="1417320" cy="411480"/>
          </a:xfrm>
          <a:prstGeom prst="roundRect">
            <a:avLst/>
          </a:prstGeom>
          <a:solidFill>
            <a:srgbClr val="E5EDFA"/>
          </a:solidFill>
          <a:ln w="12700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 i="0">
                <a:solidFill>
                  <a:srgbClr val="202020"/>
                </a:solidFill>
                <a:latin typeface="Calibri"/>
              </a:rPr>
              <a:t>HOLD_PASS  L/R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0" y="1897380"/>
            <a:ext cx="0" cy="41148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241280" y="1897380"/>
            <a:ext cx="0" cy="41148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425940" y="2720340"/>
            <a:ext cx="487680" cy="59436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98380" y="3520440"/>
            <a:ext cx="502920" cy="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89720" y="3726180"/>
            <a:ext cx="0" cy="59436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366760" y="1691640"/>
            <a:ext cx="114300" cy="283464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66760" y="1691640"/>
            <a:ext cx="1074420" cy="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818620" y="1691640"/>
            <a:ext cx="114300" cy="182880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858500" y="1691640"/>
            <a:ext cx="1074420" cy="0"/>
          </a:xfrm>
          <a:prstGeom prst="line">
            <a:avLst/>
          </a:prstGeom>
          <a:ln w="12700">
            <a:solidFill>
              <a:srgbClr val="20202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98280" y="1911096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08080"/>
                </a:solidFill>
                <a:latin typeface="Calibri"/>
              </a:rPr>
              <a:t>fellow ahead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1911096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08080"/>
                </a:solidFill>
                <a:latin typeface="Calibri"/>
              </a:rPr>
              <a:t>clear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779776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08080"/>
                </a:solidFill>
                <a:latin typeface="Calibri"/>
              </a:rPr>
              <a:t>strategy=pass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300984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08080"/>
                </a:solidFill>
                <a:latin typeface="Calibri"/>
              </a:rPr>
              <a:t>collision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8313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08080"/>
                </a:solidFill>
                <a:latin typeface="Calibri"/>
              </a:rPr>
              <a:t>lateral 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9" y="3008376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08080"/>
                </a:solidFill>
                <a:latin typeface="Calibri"/>
              </a:rPr>
              <a:t>merge safe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67160" y="2505456"/>
            <a:ext cx="1097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08080"/>
                </a:solidFill>
                <a:latin typeface="Calibri"/>
              </a:rPr>
              <a:t>recovered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src/scenic/domains/racing/tactical_planner.py:330-396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C45500"/>
                </a:solidFill>
                <a:latin typeface="Calibri"/>
              </a:rPr>
              <a:t>Missing from Scenic: no native state-machine construct for behaviors.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Safety Gate: Predicted-Collision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path_collision_predicted(ego_path, opp_trajectory, horizon_s=1.5)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Sample dt 0.1 s -&gt; 15 samples per check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Min clearance threshold: 0.5 m (hard overlap)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Debounced (2 consecutive breaches) to handle numerical noise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Independent of strategy layer -- can override even mid-COMMIT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src/scenic/domains/racing/assessment/pass_geometry.py:194-240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Fellow Behaviors (Brief)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FellowFollowTTLGeometricBehavior  -- thin Scenic wrapper at behaviors.scenic:183-207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Real logic: compute_follow_ttl_geometric_plant_command  in fellow/commands.py:688-700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Per tick: constant v_kmh + delta(s) feedforward from TTL waypoint table; no PID, no MPC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FellowSuddenStopIntervalBehavior  -- periodic stops (F4); FellowSwerveOutOfControl  (F5)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Adversarial in EFFECT (causes trouble for ego) but not LEARNING -- scripted disturbances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src/scenic/domains/racing/fellow/commands.py:688-700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2b: Behaviors + MPC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Topic 2c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Falsification -- the runner, monitors, and the 50-sample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2c: Falsification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Falsifier Loop -- One Runner, Pluggable Sampler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verifai_runner.py -- single in-process runner; handles every sampling mode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Compiles scenario once; cosim bridge stays warm across ALL samples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~30 s VEOS init paid once per campaign, regardless of sample count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Sampler swap via --sampler {halton, ce, bo, random}; same .scenic, same logs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Halton = quasi-random coverage smoke; CE = active falsification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src/scenic/domains/racing/benchmarks/verifai_runner.py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2c: Falsification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Inside the Loop -- main()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Setup (once per campaign):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scenarioFromFile(file, params={'verifaiSamplerType': args.sampler})  -- compile, inject sampler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simulator = scenario.getSimulator()  -- spawns cosim bridge on first .simulate()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Per sample (count iterations):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scene = scenario.generate(feedback=last_rho)  -- VerifAI's CE picks next gap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simulator.simulate(scene)  -- stdout teed to logs/sample_NNN.log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metrics = parse_sample(log_path)  -- regex-extracts SampleMetrics from STDOUT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rho = monitors.RESOLVE[args.monitor](metrics)  ;  feedback = rho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Caveat: monitors read PARSED STDOUT, not in-memory state -- a logging change would silently break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src/scenic/domains/racing/benchmarks/verifai_runner.py:352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2c: Falsification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Monitors -- Robustness Predicates Over a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collision  -- bbox_gap_m_min: minimum bounding-box gap (meters); 0 = touch, &lt;0 = overlap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track  -- track_clearance_m: signed distance to nearest track edge (meters)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off-track / brake / overtake-success  -- semi-continuous count signals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safety = min(collision, track)  -- two-spec composite (the one we used in the campaign)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min  -- four-way composite over all safety + planner signals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all  -- multi-objective tuple for `mab` (multi-armed bandit) samplers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src/scenic/domains/racing/benchmarks/monitors.py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2c: Falsification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CE Run That Broke the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50-sample cross-entropy run (--monitor safety, --time 3000)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29 / 50 collisions  (58%)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Collisions span gap in [21.7, 52.3] m -- broad failure, NOT a narrow cluster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6 successful overtakes  (all via commit_pass_right)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1371600"/>
            <a:ext cx="3291840" cy="2194560"/>
          </a:xfrm>
          <a:prstGeom prst="rect">
            <a:avLst/>
          </a:prstGeom>
          <a:solidFill>
            <a:srgbClr val="F6F6F6"/>
          </a:solidFill>
          <a:ln w="127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400" b="1" i="0">
                <a:solidFill>
                  <a:srgbClr val="808080"/>
                </a:solidFill>
                <a:latin typeface="Calibri"/>
              </a:rPr>
              <a:t>VIDEO PLACEHOLDER</a:t>
            </a:r>
          </a:p>
          <a:p>
            <a:pPr algn="ctr">
              <a:spcBef>
                <a:spcPts val="800"/>
              </a:spcBef>
            </a:pPr>
            <a:r>
              <a:rPr sz="1300" b="0" i="1">
                <a:solidFill>
                  <a:srgbClr val="202020"/>
                </a:solidFill>
                <a:latin typeface="Calibri"/>
              </a:rPr>
              <a:t>30 s replay of a representative collision (e.g. sample 11 gap=22.0m, or sample 17 gap=30.6m for a long-commit case)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src/scenic/domains/racing/benchmarks/results/verifai_20260428_052048/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2c: Falsification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What's Failing: Hypothesis from 50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Striking asymmetry: 28 / 29 collisions involve LEFT-pass attempts only (1 mixed, 0 right-only)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Pattern in left-pass collisions: 50-500 ticks of commit_pass_left_hold + 60-120 aborts -&gt; contact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Meanwhile: all 6 successful overtakes happened on COMMIT_PASS_RIGHT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Open: TTL geometry on the left line? MPC lateral limits? Strategy preferring left over right?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Off-track instrumentation invalid this run: ~10 m frame residual + 'd_in=0 = OUT'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src/scenic/domains/racing/tactical_planner.py:350-430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2c: Falsification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Pipeline Is the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58% collision rate is a Smart-Ego result, NOT a pipeline-quality result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Falsifier is ego-agnostic: ego is just a Scenic behavior assigned in the .scenic file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Swap `FollowRacingLineMPCBehavior` for the ART stack -&gt; falsify ART under the same scenarios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Same .scenic, same monitors, same VerifAI sampler -- only `ego.behavior` changes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The 28/29 left-only finding is ABOUT Smart Ego; another stack will surface its own asymmetries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examples/racing/falsifiable/S1_falsify.scenic:55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2c: Falsification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dSPACE -- VEOS, the cosim bridge, MAPort, _racing_st_offset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3: dSPACE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Why dSPACE? VEOS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VEOS = dSPACE's HIL-compatible offline simulator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Same Simulink model that ships to the real car (HIL parity)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Co-simulation over IPC (deterministic stepping)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Why it matters more than CARLA for our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src/scenic/simulators/dspace/simulator.py:82-147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3: dSPACE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dSPACE / Simulink / Real Racecar -- The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Simulink (MathWorks): graphical block-based vehicle dynamics model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dSPACE: tooling stack on top of Simulink for automotive testing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ModelDesk -- configures the model (roads, traffic, scenario params)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ControlDesk -- runs experiments, displays variables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  VEOS -- pure-software simulator running the SAME Simulink model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Real racecar: ECU runs compiled code generated from the same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src/scenic/simulators/dspace/simulator.py:82-147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3: dSPACE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DSpaceSimulator + SyncStepBridge -- The Cosim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DSpaceSimulator.__init__  -- simulator.py:82-147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createSimulation()  -- simulator.py:237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SyncStepBridge  -- python_listener/sync_step_bridge.py:9-168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IPC client (VeosCoSimTestClientIpc.exe) spawned at simulator.py:196-202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Flow: Scenic process -&gt; SyncStepBridge -&gt; IPC client -&gt; VEOS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src/scenic/simulators/dspace/simulator.py:237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3: dSPACE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MAPort: How State Crosses the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MAPort = dSPACE's variable-access API (read/write Simulink signals)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One MAPort variable per car / sensor / actuator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Mapping is configuration-driven (no codegen)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Latency dominated by VEOS step time, NOT bridge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src/scenic/simulators/dspace/simulator.py:544-686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3: dSPACE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The `_racing_st_offset` Specifier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Parser: placement.py:26-58  (parse `(s_offset, t_offset)` from a tuple)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Resolution: placement.py:409-428  (reads ego's s,t at sim init, applies offset)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Gives `(s, t)` placement against ego's TTL frame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Lives outside Scenic core because Scenic has no Frenet primitive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Works, but is dSPACE-only -- not portable to other simulators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src/scenic/simulators/dspace/modeldesk/placement.py:409-428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C45500"/>
                </a:solidFill>
                <a:latin typeface="Calibri"/>
              </a:rPr>
              <a:t>Missing from Scenic: Frenet specifier should be domain-agnostic.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Topic 3: dSPACE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Two concrete asks for Scenic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Constructive Feedback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Scenic's class / region / behavior model held up under racing pressure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Two specific gaps surfaced: Frenet frames, state-machine behaviors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Both are concrete proposals with API sketches and an implementation path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Both come from real workarounds we wrote -- not speculation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Neither is Scenic-was-wrong. Both are Scenic-could-grow.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Ask 1: First-Class Frenet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Workaround today: `_racing_st_offset` in placement.py:26-58 (~30 LOC, dSPACE-only)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Confirmed not in Scenic core: zero matches for 'Frenet' / 's_offset' / 't_offset'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Existing partial: LinearElement.flowFrom(point, distance) at roads.py:344 -- s only, no 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Claim: Scenic core should expose `FrenetRegion(curve, s_range, t_range)` + `frenetOffset (s, t) from &lt;obj&gt;` specifier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API sketch: `region = FrenetRegion(track.optimal_line, s=(0,100), t=(-3,3))`  and  `opp = new RacingCar with frenetOffset (gap_m, 5) from ego`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Implementation: extend Polyline with frenet_at(s, t) (~30 LOC of projection math); specifier desugars to (x, y) at sample time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Generalizes: any path-following domain (racing, ADAS lane-change, pedestrian crosswalks)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src/scenic/simulators/dspace/modeldesk/placement.py:26-58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Ask 1: Same Logic, Side-by-Side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3A6E"/>
                </a:solidFill>
                <a:latin typeface="Calibri"/>
              </a:rPr>
              <a:t>Today  --  dSPACE-only specifier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623560" cy="3931920"/>
          </a:xfrm>
          <a:prstGeom prst="rect">
            <a:avLst/>
          </a:prstGeom>
          <a:solidFill>
            <a:srgbClr val="F6F6F6"/>
          </a:solidFill>
          <a:ln w="9525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in S1_falsify.scenic: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opp = new RacingCar with \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_racing_st_offset (gap_m, 5)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placement.py:26-58 (dSPACE-specific)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def _racing_st_offset_to_deltas(spec):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a, b = spec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if a == 'ahead': return (float(b), 0.0)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if a == 'left':  return (0.0, float(b))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# ... 'behind', 'right', numeric tuple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placement.py:409-428 resolution: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  reads ego._route_s_t at sim start,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  adds delta_s, delta_t,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  projects back to (x, y) via ego's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  route polyline.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Lives outside Scenic core; ~30 LOC;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dSPACE-only -- not portable.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3A6E"/>
                </a:solidFill>
                <a:latin typeface="Calibri"/>
              </a:rPr>
              <a:t>Proposed  --  Scenic core primitive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554480"/>
            <a:ext cx="5623560" cy="3931920"/>
          </a:xfrm>
          <a:prstGeom prst="rect">
            <a:avLst/>
          </a:prstGeom>
          <a:solidFill>
            <a:srgbClr val="F6F6F6"/>
          </a:solidFill>
          <a:ln w="9525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in any .scenic file: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region = FrenetRegion(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track.optimal_line,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s=(0, 100), t=(-3, 3))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opp = new RacingCar with \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frenetOffset (gap_m, 5) from ego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scenic/core/regions.py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class FrenetRegion(Region):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def __init__(curve, s_range, t_range):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...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def frenet_at(s, t):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x, y, h = curve.point_at(s)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return Vector(x - t*sin(h),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          y + t*cos(h))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Specifier desugars at sample time -&gt; (x, y).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# Portable across all simulators.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src/scenic/simulators/dspace/modeldesk/placement.py:26-58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Ask 2: First-Class State-Machine Behaviors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Workaround today: state stored as `mode: str` on TacticalPlannerState dataclass (tactical_planner.py:330)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Transitions: chained if/elif on `state.mode` inside `tactical_planner_step_v1()`; entry actions inlined ad-hoc beside every `state.mode = X` assignment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Confirmed not in Scenic core: no `state` keyword in src/scenic/syntax/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Existing primitive: `try-interrupt` (compiler.py:654-686) -- async transitions, but state must be hand-managed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Claim: expose `state X:` blocks inside `behavior` definitions, with `on entry`, `on exit`, `when (cond): goto Y`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Implementation: parser desugars `state` blocks into nested `try-interrupt` chains with a state variable; backwards-compatible (omit `state` = legacy behavior)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Generalizes: every ADAS / autonomous-driving paper rolls its own FSM (CARLA examples, LGSVL navigators, our planner)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src/scenic/domains/racing/tactical_planner.py:330-396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Ask 2: Same Logic, Side-by-Side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3A6E"/>
                </a:solidFill>
                <a:latin typeface="Calibri"/>
              </a:rPr>
              <a:t>Today  --  tactical_planner.py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5623560" cy="3931920"/>
          </a:xfrm>
          <a:prstGeom prst="rect">
            <a:avLst/>
          </a:prstGeom>
          <a:solidFill>
            <a:srgbClr val="F6F6F6"/>
          </a:solidFill>
          <a:ln w="9525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if pick_left: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state.mode = COMMIT_PASS_LEFT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state.commit.side = 'left'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state.commit.start_s = sim_time_s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state.commit.until_s = sim_time_s + commit_hold_s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state.commit.candidate_count = ce_cycles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state.lateral_path_lock_side = 'left'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# ... 5 more entry-action lines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elif pick_right: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state.mode = COMMIT_PASS_RIGHT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# ... mirror image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elif state.mode == COMMIT_PASS_LEFT and lateral_clear: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state.mode = HOLD_PASS_LEFT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state.commit.hold_entry_s = sim_time_s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# ... mirror for COMMIT_PASS_RIGHT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elif state.mode == HOLD_PASS_LEFT and merge_safe: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state.mode = FREE_RUN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# ... abort transitions, emergency overrides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188720"/>
            <a:ext cx="5623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F3A6E"/>
                </a:solidFill>
                <a:latin typeface="Calibri"/>
              </a:rPr>
              <a:t>Proposed  --  Scenic state-block 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554480"/>
            <a:ext cx="5623560" cy="3931920"/>
          </a:xfrm>
          <a:prstGeom prst="rect">
            <a:avLst/>
          </a:prstGeom>
          <a:solidFill>
            <a:srgbClr val="F6F6F6"/>
          </a:solidFill>
          <a:ln w="9525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behavior TacticalPlanner():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 FREE_RUN: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when (strategy == 'pass_left'):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goto COMMIT_PASS_LEFT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when (strategy == 'pass_right'):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goto COMMIT_PASS_RIGHT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 COMMIT_PASS_LEFT: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on entry: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state.commit.side = 'left'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state.commit.start_s = sim_time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take SetTtl('left')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when (lateral_clear):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goto HOLD_PASS_LEFT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when (path_collision_predicted):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    goto ABORT_PASS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state HOLD_PASS_LEFT:</a:t>
            </a:r>
          </a:p>
          <a:p>
            <a:pPr algn="l"/>
            <a:r>
              <a:rPr sz="1050" b="0" i="0">
                <a:solidFill>
                  <a:srgbClr val="202020"/>
                </a:solidFill>
                <a:latin typeface="Cascadia Code"/>
              </a:rPr>
              <a:t>        when (merge_safe): goto FREE_RUN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0563C1"/>
                </a:solidFill>
                <a:latin typeface="Cascadia Code"/>
                <a:hlinkClick r:id="rId2"/>
              </a:rPr>
              <a:t>&gt; src/scenic/domains/racing/tactical_planner.py:330-396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3A6E"/>
                </a:solidFill>
                <a:latin typeface="Calibri"/>
              </a:rPr>
              <a:t>Recap: 3 Topics, 2 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498079" cy="4206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Topic 1: scenario banks (F-bank + falsifiable)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Topic 2: racing library (RacingCar + MPC behavior + tactical planner + falsifier loop)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Topic 3: dSPACE bridge (light architectural sketch)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202020"/>
                </a:solidFill>
                <a:latin typeface="Calibri"/>
              </a:rPr>
              <a:t>•  Asks: First-class Frenet frame; first-class state-machine behaviors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1F3A6E"/>
                </a:solidFill>
                <a:latin typeface="Calibri"/>
              </a:rPr>
              <a:t>Thanks For Listening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08080"/>
                </a:solidFill>
                <a:latin typeface="Calibri"/>
              </a:rPr>
              <a:t>Open the floor for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i="0">
                <a:solidFill>
                  <a:srgbClr val="808080"/>
                </a:solidFill>
                <a:latin typeface="Calibri"/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